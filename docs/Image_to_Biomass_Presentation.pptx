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12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42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20240"/>
            <a:ext cx="12188952" cy="54864"/>
          </a:xfrm>
          <a:prstGeom prst="rect">
            <a:avLst/>
          </a:prstGeom>
          <a:solidFill>
            <a:srgbClr val="153B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IMAGE-TO-BIOMASS PREDICTION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COMPUTER VISION AND DEEP 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Documentation Report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Report Submitted for Internship Project Submission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3520440"/>
            <a:ext cx="6858000" cy="2331720"/>
          </a:xfrm>
          <a:prstGeom prst="rect">
            <a:avLst/>
          </a:prstGeom>
          <a:solidFill>
            <a:srgbClr val="DCE9EC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703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Shivam Subedar Patel (Intern, AI/ML)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4206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Vidwan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4709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Mentor: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47091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Meet Mistry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0360" y="5212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of Submission: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5212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10/07/2026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 |  Computer Vision  |  Deep Learning  |  PyTorch  |  OpenCV  |  Streamlit  |  Scikit-Learn  |  Pandas  |  NumPy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Project 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objective of this project is to develop an AI-driven agricultural decision support system that helps farmers and agronomists evaluate their pasture biomass yields automatically, replacing the traditional labor-intensive ‘clipping and weighing’ method. The system uses deep learning-based visual feature extraction (EfficientNet-B0), traditional computer vision for semantic segmentation, and environmental metadata processing to predict dry biomass yields.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includes: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11064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Preprocessing and Augmentation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Segmentation Model Implementation (DeepLabV3+ / HSV)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Biomass Regression Model Training (EfficientNet-B0)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Zero-Download Computer Vision Depth Estimation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Grad-CAM Heatmap Interpretability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Interactive, Premium Streamlit Dashboard Deployment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Requirement Coverage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781884"/>
              </p:ext>
            </p:extLst>
          </p:nvPr>
        </p:nvGraphicFramePr>
        <p:xfrm>
          <a:off x="548640" y="1371600"/>
          <a:ext cx="11064240" cy="301752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 File / Output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Semantic Segmentation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src/models/segmentation_model.py / dashboard/app.py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Biomass Prediction Model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models/best_model.pth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Depth Estimation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dashboard/app.py (CV PseudoDepth)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Visual Heatmaps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src/visualization/gradcam.py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Streamlit Dashboard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7A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dashboard/app.py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Dataset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Multi-category biomass data: Green Dry Matter, Dead Material, and Clover.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Includes environmental metadata (NDVI, Canopy Height, Species, Geographic State).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Streamlit Application — Field Setup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assessment flow begins with the Field Parameters sidebar, where the user provides environmental context (NDVI, canopy height, observation month, geographic state, species) before uploading the field image.</a:t>
            </a:r>
            <a:endParaRPr lang="en-US" sz="1300" dirty="0"/>
          </a:p>
        </p:txBody>
      </p:sp>
      <p:pic>
        <p:nvPicPr>
          <p:cNvPr id="8" name="Image 0" descr="/mnt/user-data/uploads/178367955672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62" y="1920240"/>
            <a:ext cx="2221396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69562" y="1920240"/>
            <a:ext cx="2221396" cy="411480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1264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 — Field Parameters panel</a:t>
            </a:r>
            <a:endParaRPr lang="en-US" sz="1000" dirty="0"/>
          </a:p>
        </p:txBody>
      </p:sp>
      <p:pic>
        <p:nvPicPr>
          <p:cNvPr id="11" name="Image 1" descr="/mnt/user-data/uploads/178367954113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148840"/>
            <a:ext cx="7818120" cy="33617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94760" y="2148840"/>
            <a:ext cx="7818120" cy="336171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794760" y="558370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2 — Upload Field Image &amp; Analysis Results (Steps 1–2)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Streamlit Application — Analysis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an image is uploaded and analysis is run, the dashboard returns numerical biomass predictions across four categories along with a Visual Intelligence suite: vegetation mask, pseudo-depth map, and Grad-CAM heatmap.</a:t>
            </a:r>
            <a:endParaRPr lang="en-US" sz="1300" dirty="0"/>
          </a:p>
        </p:txBody>
      </p:sp>
      <p:pic>
        <p:nvPicPr>
          <p:cNvPr id="8" name="Image 0" descr="/mnt/user-data/uploads/17836795651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803" y="1965960"/>
            <a:ext cx="8905345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41803" y="1965960"/>
            <a:ext cx="8905345" cy="448056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Model Training — Performance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regression model's training was monitored through a dedicated analytics page, tracking best validation loss, final training/validation loss, and RMSE across 20 training epochs.</a:t>
            </a:r>
            <a:endParaRPr lang="en-US" sz="1300" dirty="0"/>
          </a:p>
        </p:txBody>
      </p:sp>
      <p:pic>
        <p:nvPicPr>
          <p:cNvPr id="8" name="Image 0" descr="/mnt/user-data/uploads/178367956885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193" y="1920240"/>
            <a:ext cx="4495134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833193" y="1920240"/>
            <a:ext cx="4495134" cy="237744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3434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3 — Model Training Analytics: Performance Summary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4892040"/>
            <a:ext cx="2560320" cy="1051560"/>
          </a:xfrm>
          <a:prstGeom prst="rect">
            <a:avLst/>
          </a:prstGeom>
          <a:solidFill>
            <a:srgbClr val="DCE9EC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965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213.60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5468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Validation Loss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4892040"/>
            <a:ext cx="2560320" cy="1051560"/>
          </a:xfrm>
          <a:prstGeom prst="rect">
            <a:avLst/>
          </a:prstGeom>
          <a:solidFill>
            <a:srgbClr val="DCE9EC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4965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203.67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383280" y="5468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Training Loss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26480" y="4892040"/>
            <a:ext cx="2560320" cy="1051560"/>
          </a:xfrm>
          <a:prstGeom prst="rect">
            <a:avLst/>
          </a:prstGeom>
          <a:solidFill>
            <a:srgbClr val="DCE9EC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4965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264.21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26480" y="5468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Validation Loss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869680" y="4892040"/>
            <a:ext cx="2560320" cy="1051560"/>
          </a:xfrm>
          <a:prstGeom prst="rect">
            <a:avLst/>
          </a:prstGeom>
          <a:solidFill>
            <a:srgbClr val="DCE9EC"/>
          </a:solidFill>
          <a:ln w="9525">
            <a:solidFill>
              <a:srgbClr val="1F4E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0" y="49651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±696.0 kg/ha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869680" y="5468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(Accuracy)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Model Training — Learning Curve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and validation loss converge steadily across epochs, with both curves stabilizing after approximately epoch 12 — indicating the model generalizes without significant overfitting.</a:t>
            </a:r>
            <a:endParaRPr lang="en-US" sz="1300" dirty="0"/>
          </a:p>
        </p:txBody>
      </p:sp>
      <p:pic>
        <p:nvPicPr>
          <p:cNvPr id="8" name="Image 0" descr="/mnt/user-data/uploads/178367957178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27" y="2011680"/>
            <a:ext cx="8472097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58427" y="2011680"/>
            <a:ext cx="8472097" cy="402336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Key Findings — Distribution of Biomass Targets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five biomass targets are right-skewed, with most field samples containing low biomass and a smaller number of high-yield samples — typical of natural pasture variability.</a:t>
            </a:r>
            <a:endParaRPr lang="en-US" sz="1300" dirty="0"/>
          </a:p>
        </p:txBody>
      </p:sp>
      <p:pic>
        <p:nvPicPr>
          <p:cNvPr id="8" name="Image 0" descr="/mnt/user-data/uploads/17836796400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712" y="2011680"/>
            <a:ext cx="7547527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320712" y="2011680"/>
            <a:ext cx="7547527" cy="411480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Key Findings — Feature Correlation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Image 0" descr="/mnt/user-data/uploads/178367986371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407742" cy="4572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188720"/>
            <a:ext cx="5407742" cy="457200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806440"/>
            <a:ext cx="5407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4 — Correlation heatmap of environmental and biomass variables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0" y="1685677"/>
            <a:ext cx="5212080" cy="44865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Fusing environmental metadata (NDVI, Height) with visual features significantly outperformed single-modality image evaluations.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Geographic state and species inclusion stabilizes highly-variant visual predictions.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Canopy height and green biomass are strongly correlated (0.65–0.88), confirming metadata's predictive value.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Traditional CV algorithms (HSV, Grayscale) provided faster and equally actionable visual insights compared to heavy deep learning models (MiDaS).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 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Key Findings — Model Evaluation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Actual vs. Predicted GDM scatter plot shows a reasonable fit along the ideal diagonal, with some prediction spread at higher biomass values — an expected limitation given the dataset's natural variability.</a:t>
            </a:r>
            <a:endParaRPr lang="en-US" sz="1300" dirty="0"/>
          </a:p>
        </p:txBody>
      </p:sp>
      <p:pic>
        <p:nvPicPr>
          <p:cNvPr id="8" name="Image 0" descr="/mnt/user-data/uploads/178367976496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199" y="2103120"/>
            <a:ext cx="5262555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63199" y="2103120"/>
            <a:ext cx="5262555" cy="402336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SECTIONS 10–12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11–10. Achievements, Limitations &amp; Recommendations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Multimodal feature extraction (Image + Metadata).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 deep learning model training and validation.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Dual-input PyTorch architecture implementation.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Streamlit dashboard deployment with a stylized 'Precision Pasture' UI.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computer vision processing and Grad-CAM generation.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0" cy="50292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6002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Relies heavily on a top-down orthogonal camera angle; angled photos may reduce accuracy.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Free-tier deployment uses CV approximation for depth rather than true stereoscopic or neural depth mapping.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6576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Grad-CAM heatmaps to verify the model focuses on vegetation, not anomalies (e.g., equipment in the field).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Encourage accurate NDVI and Canopy Height metadata input to ensure optimal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Final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Precision Pasture AI platform successfully delivers an end-to-end multimodal machine learning solution for agricultural biomass assessment. By seamlessly integrating deep convolutional image analysis with critical environmental metadata, the system minimizes the blind spots of single-modality AI. Delivered via a highly interactive and beautifully stylized Streamlit dashboard, this project provides farmers and agronomists with immediate, data-driven insights and a highly scalable alternative to manual field harvesting.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solidFill>
            <a:srgbClr val="163C48"/>
          </a:solidFill>
          <a:ln w="9525">
            <a:solidFill>
              <a:srgbClr val="BF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9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to Run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pip install -r requirements.txt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python -m streamlit run dashboard/app.py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5715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857</Words>
  <Application>Microsoft Office PowerPoint</Application>
  <PresentationFormat>Widescreen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2026-07-10T10:51:16Z</dcterms:created>
  <dcterms:modified xsi:type="dcterms:W3CDTF">2026-07-10T11:26:13Z</dcterms:modified>
</cp:coreProperties>
</file>